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ScaleFlow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support automation for mid-market SaaS</a:t>
            </a:r>
          </a:p>
          <a:p>
            <a:r>
              <a:t>Investor pitch — generated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problem</a:t>
            </a:r>
          </a:p>
          <a:p>
            <a:pPr>
              <a:defRPr sz="2000"/>
            </a:pPr>
            <a:r>
              <a:t>Our solution</a:t>
            </a:r>
          </a:p>
          <a:p>
            <a:pPr>
              <a:defRPr sz="2000"/>
            </a:pPr>
            <a:r>
              <a:t>Product demo highlights</a:t>
            </a:r>
          </a:p>
          <a:p>
            <a:pPr>
              <a:defRPr sz="2000"/>
            </a:pPr>
            <a:r>
              <a:t>Market size</a:t>
            </a:r>
          </a:p>
          <a:p>
            <a:pPr>
              <a:defRPr sz="2000"/>
            </a:pPr>
            <a:r>
              <a:t>Business model</a:t>
            </a:r>
          </a:p>
          <a:p>
            <a:pPr>
              <a:defRPr sz="2000"/>
            </a:pPr>
            <a:r>
              <a:t>Traction</a:t>
            </a:r>
          </a:p>
          <a:p>
            <a:pPr>
              <a:defRPr sz="2000"/>
            </a:pPr>
            <a:r>
              <a:t>Team</a:t>
            </a:r>
          </a:p>
          <a:p>
            <a:pPr>
              <a:defRPr sz="2000"/>
            </a:pPr>
            <a: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Support ticket volume grows 3x faster than headcount</a:t>
            </a:r>
          </a:p>
          <a:p>
            <a:pPr>
              <a:defRPr sz="2000"/>
            </a:pPr>
            <a:r>
              <a:t>Average first-response time: 9.4 hours</a:t>
            </a:r>
          </a:p>
          <a:p>
            <a:pPr>
              <a:defRPr sz="2000"/>
            </a:pPr>
            <a:r>
              <a:t>42% of tickets are repetitive how-to questions</a:t>
            </a:r>
          </a:p>
          <a:p>
            <a:pPr>
              <a:defRPr sz="2000"/>
            </a:pPr>
            <a:r>
              <a:t>Hiring linearly is too expensive to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 agent resolves tier-1 tickets end-to-end</a:t>
            </a:r>
          </a:p>
          <a:p>
            <a:pPr>
              <a:defRPr sz="2000"/>
            </a:pPr>
            <a:r>
              <a:t>Drafts answers for tier-2 with full context</a:t>
            </a:r>
          </a:p>
          <a:p>
            <a:pPr>
              <a:defRPr sz="2000"/>
            </a:pPr>
            <a:r>
              <a:t>Learns from your help center, docs, and past tickets</a:t>
            </a:r>
          </a:p>
          <a:p>
            <a:pPr>
              <a:defRPr sz="2000"/>
            </a:pPr>
            <a:r>
              <a:t>Human handoff with one click — nothing falls through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Deploys in under a day — connect Zendesk/Intercom</a:t>
            </a:r>
          </a:p>
          <a:p>
            <a:pPr>
              <a:defRPr sz="2000"/>
            </a:pPr>
            <a:r>
              <a:t>Resolution quality scored on every ticket</a:t>
            </a:r>
          </a:p>
          <a:p>
            <a:pPr>
              <a:defRPr sz="2000"/>
            </a:pPr>
            <a:r>
              <a:t>Full audit trail and analytics dashboard</a:t>
            </a:r>
          </a:p>
          <a:p>
            <a:pPr>
              <a:defRPr sz="2000"/>
            </a:pPr>
            <a:r>
              <a:t>SOC 2 aligned data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Global customer service software: $28B by 2028</a:t>
            </a:r>
          </a:p>
          <a:p>
            <a:pPr>
              <a:defRPr sz="2000"/>
            </a:pPr>
            <a:r>
              <a:t>Mid-market SaaS segment underserved</a:t>
            </a:r>
          </a:p>
          <a:p>
            <a:pPr>
              <a:defRPr sz="2000"/>
            </a:pPr>
            <a:r>
              <a:t>AI automation penetration still under 15%</a:t>
            </a:r>
          </a:p>
          <a:p>
            <a:pPr>
              <a:defRPr sz="2000"/>
            </a:pPr>
            <a:r>
              <a:t>Land-and-expand motion across support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Per-resolution pricing — pay only when AI closes the ticket</a:t>
            </a:r>
          </a:p>
          <a:p>
            <a:pPr>
              <a:defRPr sz="2000"/>
            </a:pPr>
            <a:r>
              <a:t>Starter $499/mo, Growth $1,999/mo, Enterprise custom</a:t>
            </a:r>
          </a:p>
          <a:p>
            <a:pPr>
              <a:defRPr sz="2000"/>
            </a:pPr>
            <a:r>
              <a:t>Target 120% net revenue retention</a:t>
            </a:r>
          </a:p>
          <a:p>
            <a:pPr>
              <a:defRPr sz="2000"/>
            </a:pPr>
            <a:r>
              <a:t>Gross margin ~78% at current model prices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38 paying customers in 7 months</a:t>
            </a:r>
          </a:p>
          <a:p>
            <a:pPr>
              <a:defRPr sz="2000"/>
            </a:pPr>
            <a:r>
              <a:t>$61K MRR, growing 18% MoM</a:t>
            </a:r>
          </a:p>
          <a:p>
            <a:pPr>
              <a:defRPr sz="2000"/>
            </a:pPr>
            <a:r>
              <a:t>61% of tier-1 tickets fully resolved by AI</a:t>
            </a:r>
          </a:p>
          <a:p>
            <a:pPr>
              <a:defRPr sz="2000"/>
            </a:pPr>
            <a:r>
              <a:t>NPS 54 across customer 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CEO: ex-Zendesk group PM, 10 yrs in support tooling</a:t>
            </a:r>
          </a:p>
          <a:p>
            <a:pPr>
              <a:defRPr sz="2000"/>
            </a:pPr>
            <a:r>
              <a:t>CTO: ex-Google, LLM infrastructure</a:t>
            </a:r>
          </a:p>
          <a:p>
            <a:pPr>
              <a:defRPr sz="2000"/>
            </a:pPr>
            <a:r>
              <a:t>Head of GTM: built 0→1 sales at two SaaS exits</a:t>
            </a:r>
          </a:p>
          <a:p>
            <a:pPr>
              <a:defRPr sz="2000"/>
            </a:pPr>
            <a:r>
              <a:t>Advisors from Intercom and Linear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Raising $3.5M seed</a:t>
            </a:r>
          </a:p>
          <a:p>
            <a:pPr>
              <a:defRPr sz="2000"/>
            </a:pPr>
            <a:r>
              <a:t>18 months runway to $250K MRR</a:t>
            </a:r>
          </a:p>
          <a:p>
            <a:pPr>
              <a:defRPr sz="2000"/>
            </a:pPr>
            <a:r>
              <a:t>Hiring: 4 engineers, 2 AEs</a:t>
            </a:r>
          </a:p>
          <a:p>
            <a:pPr>
              <a:defRPr sz="2000"/>
            </a:pPr>
            <a:r>
              <a:t>Contact: founders@scaleflow.example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